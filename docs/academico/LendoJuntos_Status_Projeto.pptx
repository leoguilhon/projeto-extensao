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co"/>
          <p:cNvSpPr/>
          <p:nvPr/>
        </p:nvSpPr>
        <p:spPr>
          <a:xfrm>
            <a:off x="320040" y="292608"/>
            <a:ext cx="1154887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ítulo"/>
          <p:cNvSpPr txBox="1"/>
          <p:nvPr/>
        </p:nvSpPr>
        <p:spPr>
          <a:xfrm>
            <a:off x="502920" y="438912"/>
            <a:ext cx="6583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pt-BR" sz="2800" b="1" dirty="0">
                <a:solidFill>
                  <a:srgbClr val="0F172A"/>
                </a:solidFill>
              </a:rPr>
              <a:t>LendoJuntos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530352" y="93268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pt-BR" sz="1300" dirty="0">
                <a:solidFill>
                  <a:srgbClr val="475569"/>
                </a:solidFill>
              </a:rPr>
              <a:t>Projeto de Extensão | Aplicação web para organização de clubes de leitura</a:t>
            </a:r>
          </a:p>
        </p:txBody>
      </p:sp>
      <p:sp>
        <p:nvSpPr>
          <p:cNvPr id="6" name="Notas"/>
          <p:cNvSpPr txBox="1"/>
          <p:nvPr/>
        </p:nvSpPr>
        <p:spPr>
          <a:xfrm>
            <a:off x="566928" y="5376672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pt-BR" sz="1300" dirty="0">
                <a:solidFill>
                  <a:srgbClr val="334155"/>
                </a:solidFill>
              </a:rPr>
              <a:t>Versão demonstrável com telas principais, autenticação local via API FastAPI e fluxo de navegação entre clubes, livros e perfil do usuário.</a:t>
            </a:r>
          </a:p>
        </p:txBody>
      </p:sp>
      <p:pic>
        <p:nvPicPr>
          <p:cNvPr id="2" name="Tela de log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272" y="1417320"/>
            <a:ext cx="7844975" cy="370332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oco"/>
          <p:cNvSpPr/>
          <p:nvPr/>
        </p:nvSpPr>
        <p:spPr>
          <a:xfrm>
            <a:off x="320040" y="292608"/>
            <a:ext cx="1154887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ítulo"/>
          <p:cNvSpPr txBox="1"/>
          <p:nvPr/>
        </p:nvSpPr>
        <p:spPr>
          <a:xfrm>
            <a:off x="502920" y="438912"/>
            <a:ext cx="6583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pt-BR" sz="2800" b="1" dirty="0">
                <a:solidFill>
                  <a:srgbClr val="0F172A"/>
                </a:solidFill>
              </a:rPr>
              <a:t>Acesso ao sistema</a:t>
            </a:r>
          </a:p>
        </p:txBody>
      </p:sp>
      <p:sp>
        <p:nvSpPr>
          <p:cNvPr id="6" name="Subtítulo"/>
          <p:cNvSpPr txBox="1"/>
          <p:nvPr/>
        </p:nvSpPr>
        <p:spPr>
          <a:xfrm>
            <a:off x="530352" y="93268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pt-BR" sz="1300" dirty="0">
                <a:solidFill>
                  <a:srgbClr val="475569"/>
                </a:solidFill>
              </a:rPr>
              <a:t>Fluxo inicial com login e cadastro de usuário</a:t>
            </a:r>
          </a:p>
        </p:txBody>
      </p:sp>
      <p:sp>
        <p:nvSpPr>
          <p:cNvPr id="7" name="Notas"/>
          <p:cNvSpPr txBox="1"/>
          <p:nvPr/>
        </p:nvSpPr>
        <p:spPr>
          <a:xfrm>
            <a:off x="566928" y="5376672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pt-BR" sz="1300" dirty="0">
                <a:solidFill>
                  <a:srgbClr val="334155"/>
                </a:solidFill>
              </a:rPr>
              <a:t>O usuário pode acessar a plataforma com credenciais de teste ou criar uma nova conta. A interface exibe retorno de erro quando a autenticação falha.</a:t>
            </a:r>
          </a:p>
        </p:txBody>
      </p:sp>
      <p:pic>
        <p:nvPicPr>
          <p:cNvPr id="2" name="Log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59394"/>
            <a:ext cx="5257800" cy="248201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pic>
        <p:nvPicPr>
          <p:cNvPr id="3" name="Cadast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959318"/>
            <a:ext cx="5257800" cy="2482164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oco"/>
          <p:cNvSpPr/>
          <p:nvPr/>
        </p:nvSpPr>
        <p:spPr>
          <a:xfrm>
            <a:off x="320040" y="292608"/>
            <a:ext cx="1154887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ítulo"/>
          <p:cNvSpPr txBox="1"/>
          <p:nvPr/>
        </p:nvSpPr>
        <p:spPr>
          <a:xfrm>
            <a:off x="502920" y="438912"/>
            <a:ext cx="6583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pt-BR" sz="2800" b="1" dirty="0">
                <a:solidFill>
                  <a:srgbClr val="0F172A"/>
                </a:solidFill>
              </a:rPr>
              <a:t>Área do usuário</a:t>
            </a:r>
          </a:p>
        </p:txBody>
      </p:sp>
      <p:sp>
        <p:nvSpPr>
          <p:cNvPr id="6" name="Subtítulo"/>
          <p:cNvSpPr txBox="1"/>
          <p:nvPr/>
        </p:nvSpPr>
        <p:spPr>
          <a:xfrm>
            <a:off x="530352" y="93268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pt-BR" sz="1300" dirty="0">
                <a:solidFill>
                  <a:srgbClr val="475569"/>
                </a:solidFill>
              </a:rPr>
              <a:t>Dashboard com clubes e tela de perfil</a:t>
            </a:r>
          </a:p>
        </p:txBody>
      </p:sp>
      <p:sp>
        <p:nvSpPr>
          <p:cNvPr id="7" name="Notas"/>
          <p:cNvSpPr txBox="1"/>
          <p:nvPr/>
        </p:nvSpPr>
        <p:spPr>
          <a:xfrm>
            <a:off x="566928" y="5376672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pt-BR" sz="1300" dirty="0">
                <a:solidFill>
                  <a:srgbClr val="334155"/>
                </a:solidFill>
              </a:rPr>
              <a:t>O dashboard apresenta os clubes disponíveis e o perfil permite visualizar e editar os dados básicos do usuário autenticado.</a:t>
            </a:r>
          </a:p>
        </p:txBody>
      </p:sp>
      <p:pic>
        <p:nvPicPr>
          <p:cNvPr id="2" name="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59052"/>
            <a:ext cx="5257800" cy="2482696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pic>
        <p:nvPicPr>
          <p:cNvPr id="3" name="Perfi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957946"/>
            <a:ext cx="5257800" cy="2484907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oco"/>
          <p:cNvSpPr/>
          <p:nvPr/>
        </p:nvSpPr>
        <p:spPr>
          <a:xfrm>
            <a:off x="320040" y="292608"/>
            <a:ext cx="1154887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ítulo"/>
          <p:cNvSpPr txBox="1"/>
          <p:nvPr/>
        </p:nvSpPr>
        <p:spPr>
          <a:xfrm>
            <a:off x="502920" y="438912"/>
            <a:ext cx="6583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pt-BR" sz="2800" b="1" dirty="0">
                <a:solidFill>
                  <a:srgbClr val="0F172A"/>
                </a:solidFill>
              </a:rPr>
              <a:t>Fluxo do clube</a:t>
            </a:r>
          </a:p>
        </p:txBody>
      </p:sp>
      <p:sp>
        <p:nvSpPr>
          <p:cNvPr id="6" name="Subtítulo"/>
          <p:cNvSpPr txBox="1"/>
          <p:nvPr/>
        </p:nvSpPr>
        <p:spPr>
          <a:xfrm>
            <a:off x="530352" y="93268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pt-BR" sz="1300" dirty="0">
                <a:solidFill>
                  <a:srgbClr val="475569"/>
                </a:solidFill>
              </a:rPr>
              <a:t>Detalhe do clube e gerenciamento das leituras</a:t>
            </a:r>
          </a:p>
        </p:txBody>
      </p:sp>
      <p:sp>
        <p:nvSpPr>
          <p:cNvPr id="7" name="Notas"/>
          <p:cNvSpPr txBox="1"/>
          <p:nvPr/>
        </p:nvSpPr>
        <p:spPr>
          <a:xfrm>
            <a:off x="566928" y="5376672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pt-BR" sz="1300" dirty="0">
                <a:solidFill>
                  <a:srgbClr val="334155"/>
                </a:solidFill>
              </a:rPr>
              <a:t>A tela do clube concentra informações de participação, membros, livro atual, histórico e formulário para inclusão de novas leituras.</a:t>
            </a:r>
          </a:p>
        </p:txBody>
      </p:sp>
      <p:pic>
        <p:nvPicPr>
          <p:cNvPr id="2" name="Clube - part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48213"/>
            <a:ext cx="5257800" cy="2504373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pic>
        <p:nvPicPr>
          <p:cNvPr id="3" name="Clube - part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949530"/>
            <a:ext cx="5257800" cy="2501739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co"/>
          <p:cNvSpPr/>
          <p:nvPr/>
        </p:nvSpPr>
        <p:spPr>
          <a:xfrm>
            <a:off x="320040" y="292608"/>
            <a:ext cx="1154887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ítulo"/>
          <p:cNvSpPr txBox="1"/>
          <p:nvPr/>
        </p:nvSpPr>
        <p:spPr>
          <a:xfrm>
            <a:off x="502920" y="438912"/>
            <a:ext cx="6583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pt-BR" sz="2800" b="1" dirty="0">
                <a:solidFill>
                  <a:srgbClr val="0F172A"/>
                </a:solidFill>
              </a:rPr>
              <a:t>Detalhe do livro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530352" y="93268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pt-BR" sz="1300" dirty="0">
                <a:solidFill>
                  <a:srgbClr val="475569"/>
                </a:solidFill>
              </a:rPr>
              <a:t>Consulta e atualização do status de leitura</a:t>
            </a:r>
          </a:p>
        </p:txBody>
      </p:sp>
      <p:sp>
        <p:nvSpPr>
          <p:cNvPr id="6" name="Notas"/>
          <p:cNvSpPr txBox="1"/>
          <p:nvPr/>
        </p:nvSpPr>
        <p:spPr>
          <a:xfrm>
            <a:off x="566928" y="5376672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pt-BR" sz="1300" dirty="0">
                <a:solidFill>
                  <a:srgbClr val="334155"/>
                </a:solidFill>
              </a:rPr>
              <a:t>A página do livro exibe os dados da obra selecionada e permite atualizar o status de leitura quando o usuário possui permissão de administração no clube.</a:t>
            </a:r>
          </a:p>
        </p:txBody>
      </p:sp>
      <p:pic>
        <p:nvPicPr>
          <p:cNvPr id="2" name="Detalhe do liv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827" y="1417320"/>
            <a:ext cx="7861865" cy="370332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co"/>
          <p:cNvSpPr/>
          <p:nvPr/>
        </p:nvSpPr>
        <p:spPr>
          <a:xfrm>
            <a:off x="320040" y="292608"/>
            <a:ext cx="11548872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ítulo"/>
          <p:cNvSpPr txBox="1"/>
          <p:nvPr/>
        </p:nvSpPr>
        <p:spPr>
          <a:xfrm>
            <a:off x="502920" y="438912"/>
            <a:ext cx="6583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pt-BR" sz="2800" b="1" dirty="0">
                <a:solidFill>
                  <a:srgbClr val="0F172A"/>
                </a:solidFill>
              </a:rPr>
              <a:t>Etapa do projeto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530352" y="932688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pt-BR" sz="1300" dirty="0">
                <a:solidFill>
                  <a:srgbClr val="475569"/>
                </a:solidFill>
              </a:rPr>
              <a:t>Resumo objetivo do andamento</a:t>
            </a:r>
          </a:p>
        </p:txBody>
      </p:sp>
      <p:sp>
        <p:nvSpPr>
          <p:cNvPr id="6" name="Notas"/>
          <p:cNvSpPr txBox="1"/>
          <p:nvPr/>
        </p:nvSpPr>
        <p:spPr>
          <a:xfrm>
            <a:off x="566928" y="5376672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pt-BR" sz="1300" dirty="0">
                <a:solidFill>
                  <a:srgbClr val="334155"/>
                </a:solidFill>
              </a:rPr>
              <a:t>Concluído: frontend React/Vite, rotas principais, integração com API FastAPI, usuários de teste, clubes, livros e perfil.</a:t>
            </a:r>
          </a:p>
          <a:p>
            <a:r>
              <a:rPr lang="pt-BR" sz="1300" dirty="0">
                <a:solidFill>
                  <a:srgbClr val="334155"/>
                </a:solidFill>
              </a:rPr>
              <a:t>Em andamento: refinamento visual, persistência definitiva e ampliação dos módulos previstos.</a:t>
            </a:r>
          </a:p>
          <a:p>
            <a:r>
              <a:rPr lang="pt-BR" sz="1300" dirty="0">
                <a:solidFill>
                  <a:srgbClr val="334155"/>
                </a:solidFill>
              </a:rPr>
              <a:t>Próximos passos: encontros, comentários, banco PostgreSQL e validações finais para apresentação.</a:t>
            </a:r>
          </a:p>
        </p:txBody>
      </p:sp>
      <p:pic>
        <p:nvPicPr>
          <p:cNvPr id="2" name="Resumo visu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22855"/>
            <a:ext cx="5120640" cy="241793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Leonardo</dc:creator>
  <cp:lastModifiedBy>Leonardo Guilhon</cp:lastModifiedBy>
  <cp:revision>1</cp:revision>
  <dcterms:modified xsi:type="dcterms:W3CDTF">2026-05-16T02:51:38Z</dcterms:modified>
</cp:coreProperties>
</file>